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1216" y="-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0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4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4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9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7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5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4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6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0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8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kitchen with white cabinets and wooden floor&#10;&#10;AI-generated content may be incorrect.">
            <a:extLst>
              <a:ext uri="{FF2B5EF4-FFF2-40B4-BE49-F238E27FC236}">
                <a16:creationId xmlns:a16="http://schemas.microsoft.com/office/drawing/2014/main" id="{5F74C43D-7D75-F4AE-FE03-1CAF869D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6760" y="0"/>
            <a:ext cx="14019028" cy="934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6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1</cp:revision>
  <dcterms:created xsi:type="dcterms:W3CDTF">2025-10-24T02:05:51Z</dcterms:created>
  <dcterms:modified xsi:type="dcterms:W3CDTF">2025-10-24T02:08:19Z</dcterms:modified>
</cp:coreProperties>
</file>