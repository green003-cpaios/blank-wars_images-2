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</p:sldIdLst>
  <p:sldSz cx="2743200" cy="960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42" d="100"/>
          <a:sy n="42" d="100"/>
        </p:scale>
        <p:origin x="5024" y="1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" y="1571308"/>
            <a:ext cx="2331720" cy="3342640"/>
          </a:xfrm>
        </p:spPr>
        <p:txBody>
          <a:bodyPr anchor="b"/>
          <a:lstStyle>
            <a:lvl1pPr algn="ctr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" y="5042853"/>
            <a:ext cx="2057400" cy="2318067"/>
          </a:xfrm>
        </p:spPr>
        <p:txBody>
          <a:bodyPr/>
          <a:lstStyle>
            <a:lvl1pPr marL="0" indent="0" algn="ctr">
              <a:buNone/>
              <a:defRPr sz="720"/>
            </a:lvl1pPr>
            <a:lvl2pPr marL="137160" indent="0" algn="ctr">
              <a:buNone/>
              <a:defRPr sz="600"/>
            </a:lvl2pPr>
            <a:lvl3pPr marL="274320" indent="0" algn="ctr">
              <a:buNone/>
              <a:defRPr sz="540"/>
            </a:lvl3pPr>
            <a:lvl4pPr marL="411480" indent="0" algn="ctr">
              <a:buNone/>
              <a:defRPr sz="480"/>
            </a:lvl4pPr>
            <a:lvl5pPr marL="548640" indent="0" algn="ctr">
              <a:buNone/>
              <a:defRPr sz="480"/>
            </a:lvl5pPr>
            <a:lvl6pPr marL="685800" indent="0" algn="ctr">
              <a:buNone/>
              <a:defRPr sz="480"/>
            </a:lvl6pPr>
            <a:lvl7pPr marL="822960" indent="0" algn="ctr">
              <a:buNone/>
              <a:defRPr sz="480"/>
            </a:lvl7pPr>
            <a:lvl8pPr marL="960120" indent="0" algn="ctr">
              <a:buNone/>
              <a:defRPr sz="480"/>
            </a:lvl8pPr>
            <a:lvl9pPr marL="1097280" indent="0" algn="ctr">
              <a:buNone/>
              <a:defRPr sz="4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8DAD-E06D-C14D-965D-CD28BB539CD0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34FE9-2D86-BF4B-844A-BDCB6898B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762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8DAD-E06D-C14D-965D-CD28BB539CD0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34FE9-2D86-BF4B-844A-BDCB6898B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44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66" y="2393635"/>
            <a:ext cx="2366010" cy="3993832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166" y="6425250"/>
            <a:ext cx="2366010" cy="2100262"/>
          </a:xfrm>
        </p:spPr>
        <p:txBody>
          <a:bodyPr/>
          <a:lstStyle>
            <a:lvl1pPr marL="0" indent="0">
              <a:buNone/>
              <a:defRPr sz="720">
                <a:solidFill>
                  <a:schemeClr val="tx1">
                    <a:tint val="82000"/>
                  </a:schemeClr>
                </a:solidFill>
              </a:defRPr>
            </a:lvl1pPr>
            <a:lvl2pPr marL="137160" indent="0">
              <a:buNone/>
              <a:defRPr sz="600">
                <a:solidFill>
                  <a:schemeClr val="tx1">
                    <a:tint val="82000"/>
                  </a:schemeClr>
                </a:solidFill>
              </a:defRPr>
            </a:lvl2pPr>
            <a:lvl3pPr marL="274320" indent="0">
              <a:buNone/>
              <a:defRPr sz="540">
                <a:solidFill>
                  <a:schemeClr val="tx1">
                    <a:tint val="82000"/>
                  </a:schemeClr>
                </a:solidFill>
              </a:defRPr>
            </a:lvl3pPr>
            <a:lvl4pPr marL="41148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4pPr>
            <a:lvl5pPr marL="54864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5pPr>
            <a:lvl6pPr marL="68580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6pPr>
            <a:lvl7pPr marL="82296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7pPr>
            <a:lvl8pPr marL="96012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8pPr>
            <a:lvl9pPr marL="109728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8DAD-E06D-C14D-965D-CD28BB539CD0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34FE9-2D86-BF4B-844A-BDCB6898B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059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8595" y="2555875"/>
            <a:ext cx="1165860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745" y="2555875"/>
            <a:ext cx="1165860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8DAD-E06D-C14D-965D-CD28BB539CD0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34FE9-2D86-BF4B-844A-BDCB6898B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82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" y="511177"/>
            <a:ext cx="2366010" cy="18557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953" y="2353628"/>
            <a:ext cx="1160502" cy="1153477"/>
          </a:xfrm>
        </p:spPr>
        <p:txBody>
          <a:bodyPr anchor="b"/>
          <a:lstStyle>
            <a:lvl1pPr marL="0" indent="0">
              <a:buNone/>
              <a:defRPr sz="720" b="1"/>
            </a:lvl1pPr>
            <a:lvl2pPr marL="137160" indent="0">
              <a:buNone/>
              <a:defRPr sz="600" b="1"/>
            </a:lvl2pPr>
            <a:lvl3pPr marL="274320" indent="0">
              <a:buNone/>
              <a:defRPr sz="540" b="1"/>
            </a:lvl3pPr>
            <a:lvl4pPr marL="411480" indent="0">
              <a:buNone/>
              <a:defRPr sz="480" b="1"/>
            </a:lvl4pPr>
            <a:lvl5pPr marL="548640" indent="0">
              <a:buNone/>
              <a:defRPr sz="480" b="1"/>
            </a:lvl5pPr>
            <a:lvl6pPr marL="685800" indent="0">
              <a:buNone/>
              <a:defRPr sz="480" b="1"/>
            </a:lvl6pPr>
            <a:lvl7pPr marL="822960" indent="0">
              <a:buNone/>
              <a:defRPr sz="480" b="1"/>
            </a:lvl7pPr>
            <a:lvl8pPr marL="960120" indent="0">
              <a:buNone/>
              <a:defRPr sz="480" b="1"/>
            </a:lvl8pPr>
            <a:lvl9pPr marL="1097280" indent="0">
              <a:buNone/>
              <a:defRPr sz="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953" y="3507105"/>
            <a:ext cx="1160502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8745" y="2353628"/>
            <a:ext cx="1166217" cy="1153477"/>
          </a:xfrm>
        </p:spPr>
        <p:txBody>
          <a:bodyPr anchor="b"/>
          <a:lstStyle>
            <a:lvl1pPr marL="0" indent="0">
              <a:buNone/>
              <a:defRPr sz="720" b="1"/>
            </a:lvl1pPr>
            <a:lvl2pPr marL="137160" indent="0">
              <a:buNone/>
              <a:defRPr sz="600" b="1"/>
            </a:lvl2pPr>
            <a:lvl3pPr marL="274320" indent="0">
              <a:buNone/>
              <a:defRPr sz="540" b="1"/>
            </a:lvl3pPr>
            <a:lvl4pPr marL="411480" indent="0">
              <a:buNone/>
              <a:defRPr sz="480" b="1"/>
            </a:lvl4pPr>
            <a:lvl5pPr marL="548640" indent="0">
              <a:buNone/>
              <a:defRPr sz="480" b="1"/>
            </a:lvl5pPr>
            <a:lvl6pPr marL="685800" indent="0">
              <a:buNone/>
              <a:defRPr sz="480" b="1"/>
            </a:lvl6pPr>
            <a:lvl7pPr marL="822960" indent="0">
              <a:buNone/>
              <a:defRPr sz="480" b="1"/>
            </a:lvl7pPr>
            <a:lvl8pPr marL="960120" indent="0">
              <a:buNone/>
              <a:defRPr sz="480" b="1"/>
            </a:lvl8pPr>
            <a:lvl9pPr marL="1097280" indent="0">
              <a:buNone/>
              <a:defRPr sz="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8745" y="3507105"/>
            <a:ext cx="1166217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8DAD-E06D-C14D-965D-CD28BB539CD0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34FE9-2D86-BF4B-844A-BDCB6898B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27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8DAD-E06D-C14D-965D-CD28BB539CD0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34FE9-2D86-BF4B-844A-BDCB6898B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185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8DAD-E06D-C14D-965D-CD28BB539CD0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34FE9-2D86-BF4B-844A-BDCB6898B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013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3" y="640080"/>
            <a:ext cx="884753" cy="2240280"/>
          </a:xfrm>
        </p:spPr>
        <p:txBody>
          <a:bodyPr anchor="b"/>
          <a:lstStyle>
            <a:lvl1pPr>
              <a:defRPr sz="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6217" y="1382397"/>
            <a:ext cx="1388745" cy="6823075"/>
          </a:xfrm>
        </p:spPr>
        <p:txBody>
          <a:bodyPr/>
          <a:lstStyle>
            <a:lvl1pPr>
              <a:defRPr sz="960"/>
            </a:lvl1pPr>
            <a:lvl2pPr>
              <a:defRPr sz="840"/>
            </a:lvl2pPr>
            <a:lvl3pPr>
              <a:defRPr sz="72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3" y="2880360"/>
            <a:ext cx="884753" cy="5336223"/>
          </a:xfrm>
        </p:spPr>
        <p:txBody>
          <a:bodyPr/>
          <a:lstStyle>
            <a:lvl1pPr marL="0" indent="0">
              <a:buNone/>
              <a:defRPr sz="480"/>
            </a:lvl1pPr>
            <a:lvl2pPr marL="137160" indent="0">
              <a:buNone/>
              <a:defRPr sz="420"/>
            </a:lvl2pPr>
            <a:lvl3pPr marL="274320" indent="0">
              <a:buNone/>
              <a:defRPr sz="360"/>
            </a:lvl3pPr>
            <a:lvl4pPr marL="411480" indent="0">
              <a:buNone/>
              <a:defRPr sz="300"/>
            </a:lvl4pPr>
            <a:lvl5pPr marL="548640" indent="0">
              <a:buNone/>
              <a:defRPr sz="300"/>
            </a:lvl5pPr>
            <a:lvl6pPr marL="685800" indent="0">
              <a:buNone/>
              <a:defRPr sz="300"/>
            </a:lvl6pPr>
            <a:lvl7pPr marL="822960" indent="0">
              <a:buNone/>
              <a:defRPr sz="300"/>
            </a:lvl7pPr>
            <a:lvl8pPr marL="960120" indent="0">
              <a:buNone/>
              <a:defRPr sz="300"/>
            </a:lvl8pPr>
            <a:lvl9pPr marL="1097280" indent="0">
              <a:buNone/>
              <a:defRPr sz="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8DAD-E06D-C14D-965D-CD28BB539CD0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34FE9-2D86-BF4B-844A-BDCB6898B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113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3" y="640080"/>
            <a:ext cx="884753" cy="2240280"/>
          </a:xfrm>
        </p:spPr>
        <p:txBody>
          <a:bodyPr anchor="b"/>
          <a:lstStyle>
            <a:lvl1pPr>
              <a:defRPr sz="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6217" y="1382397"/>
            <a:ext cx="1388745" cy="6823075"/>
          </a:xfrm>
        </p:spPr>
        <p:txBody>
          <a:bodyPr anchor="t"/>
          <a:lstStyle>
            <a:lvl1pPr marL="0" indent="0">
              <a:buNone/>
              <a:defRPr sz="960"/>
            </a:lvl1pPr>
            <a:lvl2pPr marL="137160" indent="0">
              <a:buNone/>
              <a:defRPr sz="840"/>
            </a:lvl2pPr>
            <a:lvl3pPr marL="274320" indent="0">
              <a:buNone/>
              <a:defRPr sz="720"/>
            </a:lvl3pPr>
            <a:lvl4pPr marL="411480" indent="0">
              <a:buNone/>
              <a:defRPr sz="600"/>
            </a:lvl4pPr>
            <a:lvl5pPr marL="548640" indent="0">
              <a:buNone/>
              <a:defRPr sz="600"/>
            </a:lvl5pPr>
            <a:lvl6pPr marL="685800" indent="0">
              <a:buNone/>
              <a:defRPr sz="600"/>
            </a:lvl6pPr>
            <a:lvl7pPr marL="822960" indent="0">
              <a:buNone/>
              <a:defRPr sz="600"/>
            </a:lvl7pPr>
            <a:lvl8pPr marL="960120" indent="0">
              <a:buNone/>
              <a:defRPr sz="600"/>
            </a:lvl8pPr>
            <a:lvl9pPr marL="1097280" indent="0">
              <a:buNone/>
              <a:defRPr sz="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3" y="2880360"/>
            <a:ext cx="884753" cy="5336223"/>
          </a:xfrm>
        </p:spPr>
        <p:txBody>
          <a:bodyPr/>
          <a:lstStyle>
            <a:lvl1pPr marL="0" indent="0">
              <a:buNone/>
              <a:defRPr sz="480"/>
            </a:lvl1pPr>
            <a:lvl2pPr marL="137160" indent="0">
              <a:buNone/>
              <a:defRPr sz="420"/>
            </a:lvl2pPr>
            <a:lvl3pPr marL="274320" indent="0">
              <a:buNone/>
              <a:defRPr sz="360"/>
            </a:lvl3pPr>
            <a:lvl4pPr marL="411480" indent="0">
              <a:buNone/>
              <a:defRPr sz="300"/>
            </a:lvl4pPr>
            <a:lvl5pPr marL="548640" indent="0">
              <a:buNone/>
              <a:defRPr sz="300"/>
            </a:lvl5pPr>
            <a:lvl6pPr marL="685800" indent="0">
              <a:buNone/>
              <a:defRPr sz="300"/>
            </a:lvl6pPr>
            <a:lvl7pPr marL="822960" indent="0">
              <a:buNone/>
              <a:defRPr sz="300"/>
            </a:lvl7pPr>
            <a:lvl8pPr marL="960120" indent="0">
              <a:buNone/>
              <a:defRPr sz="300"/>
            </a:lvl8pPr>
            <a:lvl9pPr marL="1097280" indent="0">
              <a:buNone/>
              <a:defRPr sz="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8DAD-E06D-C14D-965D-CD28BB539CD0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34FE9-2D86-BF4B-844A-BDCB6898B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301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8DAD-E06D-C14D-965D-CD28BB539CD0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34FE9-2D86-BF4B-844A-BDCB6898B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743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63102" y="511175"/>
            <a:ext cx="591503" cy="81365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8595" y="511175"/>
            <a:ext cx="1740218" cy="81365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8DAD-E06D-C14D-965D-CD28BB539CD0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34FE9-2D86-BF4B-844A-BDCB6898B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282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595" y="511177"/>
            <a:ext cx="236601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595" y="2555875"/>
            <a:ext cx="236601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595" y="8898892"/>
            <a:ext cx="61722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E38DAD-E06D-C14D-965D-CD28BB539CD0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8685" y="8898892"/>
            <a:ext cx="92583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37385" y="8898892"/>
            <a:ext cx="61722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A34FE9-2D86-BF4B-844A-BDCB6898B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063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274320" rtl="0" eaLnBrk="1" latinLnBrk="0" hangingPunct="1">
        <a:lnSpc>
          <a:spcPct val="90000"/>
        </a:lnSpc>
        <a:spcBef>
          <a:spcPct val="0"/>
        </a:spcBef>
        <a:buNone/>
        <a:defRPr sz="13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27432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kitchen with white cabinets and wooden floor&#10;&#10;AI-generated content may be incorrect.">
            <a:extLst>
              <a:ext uri="{FF2B5EF4-FFF2-40B4-BE49-F238E27FC236}">
                <a16:creationId xmlns:a16="http://schemas.microsoft.com/office/drawing/2014/main" id="{DB2BC000-7594-1885-D04C-B7AC90B622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2010" r="81060"/>
          <a:stretch>
            <a:fillRect/>
          </a:stretch>
        </p:blipFill>
        <p:spPr>
          <a:xfrm>
            <a:off x="0" y="-248525"/>
            <a:ext cx="2743200" cy="984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87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Greenstein, Gabriel A.</dc:creator>
  <cp:lastModifiedBy>Greenstein, Gabriel A.</cp:lastModifiedBy>
  <cp:revision>1</cp:revision>
  <dcterms:created xsi:type="dcterms:W3CDTF">2025-10-24T02:12:52Z</dcterms:created>
  <dcterms:modified xsi:type="dcterms:W3CDTF">2025-10-24T02:17:02Z</dcterms:modified>
</cp:coreProperties>
</file>