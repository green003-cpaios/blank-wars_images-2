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27432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42" d="100"/>
          <a:sy n="42" d="100"/>
        </p:scale>
        <p:origin x="5024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1571308"/>
            <a:ext cx="2331720" cy="33426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5042853"/>
            <a:ext cx="2057400" cy="2318067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2393635"/>
            <a:ext cx="2366010" cy="399383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6425250"/>
            <a:ext cx="2366010" cy="21002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5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2555875"/>
            <a:ext cx="116586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2555875"/>
            <a:ext cx="116586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511177"/>
            <a:ext cx="236601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2353628"/>
            <a:ext cx="1160502" cy="115347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3507105"/>
            <a:ext cx="1160502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2353628"/>
            <a:ext cx="1166217" cy="115347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3507105"/>
            <a:ext cx="116621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8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1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640080"/>
            <a:ext cx="884753" cy="22402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1382397"/>
            <a:ext cx="1388745" cy="6823075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880360"/>
            <a:ext cx="884753" cy="5336223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1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640080"/>
            <a:ext cx="884753" cy="22402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1382397"/>
            <a:ext cx="1388745" cy="6823075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880360"/>
            <a:ext cx="884753" cy="5336223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0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4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511175"/>
            <a:ext cx="591503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511175"/>
            <a:ext cx="1740218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8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511177"/>
            <a:ext cx="236601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2555875"/>
            <a:ext cx="236601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8898892"/>
            <a:ext cx="6172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38DAD-E06D-C14D-965D-CD28BB539CD0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8898892"/>
            <a:ext cx="92583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8898892"/>
            <a:ext cx="6172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34FE9-2D86-BF4B-844A-BDCB6898B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6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kitchen with white cabinets and wooden floor&#10;&#10;AI-generated content may be incorrect.">
            <a:extLst>
              <a:ext uri="{FF2B5EF4-FFF2-40B4-BE49-F238E27FC236}">
                <a16:creationId xmlns:a16="http://schemas.microsoft.com/office/drawing/2014/main" id="{D0729B9E-B18B-3E6C-4E17-7268660B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18" t="-173" r="-307" b="-4796"/>
          <a:stretch>
            <a:fillRect/>
          </a:stretch>
        </p:blipFill>
        <p:spPr>
          <a:xfrm>
            <a:off x="0" y="0"/>
            <a:ext cx="2903184" cy="104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2</cp:revision>
  <dcterms:created xsi:type="dcterms:W3CDTF">2025-10-24T02:12:52Z</dcterms:created>
  <dcterms:modified xsi:type="dcterms:W3CDTF">2025-10-24T02:21:15Z</dcterms:modified>
</cp:coreProperties>
</file>