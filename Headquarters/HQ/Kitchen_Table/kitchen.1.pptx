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EC7F-C08F-CD42-BE1E-647928684F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AAE17-6830-A742-A417-C4BAA462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03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EC7F-C08F-CD42-BE1E-647928684F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AAE17-6830-A742-A417-C4BAA462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743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EC7F-C08F-CD42-BE1E-647928684F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AAE17-6830-A742-A417-C4BAA462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61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EC7F-C08F-CD42-BE1E-647928684F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AAE17-6830-A742-A417-C4BAA462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648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EC7F-C08F-CD42-BE1E-647928684F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AAE17-6830-A742-A417-C4BAA462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9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EC7F-C08F-CD42-BE1E-647928684F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AAE17-6830-A742-A417-C4BAA462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66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EC7F-C08F-CD42-BE1E-647928684F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AAE17-6830-A742-A417-C4BAA462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373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EC7F-C08F-CD42-BE1E-647928684F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AAE17-6830-A742-A417-C4BAA462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751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EC7F-C08F-CD42-BE1E-647928684F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AAE17-6830-A742-A417-C4BAA462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648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EC7F-C08F-CD42-BE1E-647928684F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AAE17-6830-A742-A417-C4BAA462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663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1EC7F-C08F-CD42-BE1E-647928684F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AAE17-6830-A742-A417-C4BAA462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803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1EC7F-C08F-CD42-BE1E-647928684F9D}" type="datetimeFigureOut">
              <a:rPr lang="en-US" smtClean="0"/>
              <a:t>10/23/25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6AAE17-6830-A742-A417-C4BAA462F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89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kitchen with white cabinets and wooden floor&#10;&#10;AI-generated content may be incorrect.">
            <a:extLst>
              <a:ext uri="{FF2B5EF4-FFF2-40B4-BE49-F238E27FC236}">
                <a16:creationId xmlns:a16="http://schemas.microsoft.com/office/drawing/2014/main" id="{5F74C43D-7D75-F4AE-FE03-1CAF869DF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06726" y="-1520455"/>
            <a:ext cx="17160947" cy="1144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664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0</Words>
  <Application>Microsoft Macintosh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Greenstein, Gabriel A.</dc:creator>
  <cp:lastModifiedBy>Greenstein, Gabriel A.</cp:lastModifiedBy>
  <cp:revision>2</cp:revision>
  <dcterms:created xsi:type="dcterms:W3CDTF">2025-10-24T02:05:51Z</dcterms:created>
  <dcterms:modified xsi:type="dcterms:W3CDTF">2025-10-24T02:09:34Z</dcterms:modified>
</cp:coreProperties>
</file>